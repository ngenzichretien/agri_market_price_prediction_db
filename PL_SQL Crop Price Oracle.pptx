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3b-3472-8e12-8000-0000a065c0c8.png?kimi-sig=BYjiGj0HgcLLC_G8Dj4dPqmeTNIewEeMbF2ho5t9Bu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46-97a2-8e3d-8000-000026618147.png?kimi-sig=hQrH0FLqvKtiQiNOsH8qZ3bADn6LNx7YQpIQY-iW0H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45-7c32-8f20-8000-000019fe921b.png?kimi-sig=8xszqox_RLw0o6Cm2qtPVvNJ21A3q2zFRz2FsmDcw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46-7ab2-8a87-8000-00002330c64c.png?kimi-sig=dkGsMwcimxu_kq8BRZvUhy6H8bjCJyf2o9IMVBVrLe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49-0242-8e97-8000-0000f4bc9beb.png?kimi-sig=Ry2IIywv7rG3M_LVkounGEZfY9SljX6FHSweMUlFgd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44-a702-80ed-8000-0000cc8cf3a7.png?kimi-sig=IetafjJwqIi08IYbuLdyT13lzXOtZJ1v2q8iJ7YWG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52-18f2-88dc-8000-00000cba87bd.png?kimi-sig=Xrpsiw4SeKZU-jVPntEt4WUaAQtxqW0QpBbGyKA2rf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58-31a2-86c7-8000-0000a73d287f.png?kimi-sig=MDMSqF8SYSPtw5zKF3qCQM05AnOi01y50_TOUXU-cj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54-0792-8e29-8000-000076c13f34.png?kimi-sig=GClbMcy0jK8bFSCo0FeWbxygYJaDkdnauybLf2Bj8C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51-d972-83c9-8000-0000bdc4157f.png?kimi-sig=9ky7THrYl51B2Q4XEh4aYR7-erHTuw1C1TjYTwu6ja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57-24a2-8f7c-8000-000052edc11e.png?kimi-sig=YrrqIGOHe9Avu87Vc5BAy9adzsSbZZp5fw1RRB9lSs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PL/SQL Crop Price Oracle</dc:title>
  <dc:subject>PL/SQL Crop Price Oracle</dc:subject>
  <dc:creator>Kimi</dc:creator>
  <cp:lastModifiedBy>Kimi</cp:lastModifiedBy>
  <cp:revision>1</cp:revision>
  <dcterms:created xsi:type="dcterms:W3CDTF">2025-12-09T17:10:32Z</dcterms:created>
  <dcterms:modified xsi:type="dcterms:W3CDTF">2025-12-09T17:10:32Z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{"Label":"PL/SQL Crop Price Oracle","ContentProducer":"001191110108MACG2KBH8F10000","ProduceID":"d4s5di4jc3f0stl0t00g","ReservedCode1":"","ContentPropagator":"001191110108MACG2KBH8F20000","PropagateID":"d4s5di4jc3f0stl0t00g","ReservedCode2":""}</vt:lpwstr>
  </property>
</Properties>
</file>